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3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3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4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3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2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1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9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44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6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2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1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C55BA-9BA5-4BC3-B1DC-9F7A2FFED346}" type="datetimeFigureOut">
              <a:rPr lang="en-US" smtClean="0"/>
              <a:t>12/28/2022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986C8-F585-4E2F-AAED-02C2AF6BB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2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6746" y="5068310"/>
            <a:ext cx="10515600" cy="1286308"/>
          </a:xfrm>
        </p:spPr>
        <p:txBody>
          <a:bodyPr/>
          <a:lstStyle/>
          <a:p>
            <a:r>
              <a:rPr lang="tr-TR" dirty="0" err="1" smtClean="0"/>
              <a:t>This</a:t>
            </a:r>
            <a:r>
              <a:rPr lang="tr-TR" dirty="0" smtClean="0"/>
              <a:t> is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solution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exactly</a:t>
            </a:r>
            <a:r>
              <a:rPr lang="tr-TR" dirty="0" smtClean="0"/>
              <a:t> </a:t>
            </a:r>
            <a:r>
              <a:rPr lang="tr-TR" dirty="0" err="1" smtClean="0"/>
              <a:t>matches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discussion</a:t>
            </a:r>
            <a:r>
              <a:rPr lang="tr-TR" dirty="0" smtClean="0"/>
              <a:t>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lectures</a:t>
            </a:r>
            <a:r>
              <a:rPr lang="tr-TR" dirty="0" smtClean="0"/>
              <a:t>/</a:t>
            </a:r>
            <a:r>
              <a:rPr lang="tr-TR" dirty="0" err="1" smtClean="0"/>
              <a:t>textbook</a:t>
            </a:r>
            <a:r>
              <a:rPr lang="tr-TR" dirty="0" smtClean="0"/>
              <a:t> (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posted</a:t>
            </a:r>
            <a:r>
              <a:rPr lang="tr-TR" dirty="0" smtClean="0"/>
              <a:t> </a:t>
            </a:r>
            <a:r>
              <a:rPr lang="tr-TR" dirty="0" err="1" smtClean="0"/>
              <a:t>solution</a:t>
            </a:r>
            <a:r>
              <a:rPr lang="tr-TR" dirty="0" smtClean="0"/>
              <a:t> </a:t>
            </a:r>
            <a:r>
              <a:rPr lang="tr-TR" dirty="0" err="1" smtClean="0"/>
              <a:t>makes</a:t>
            </a:r>
            <a:r>
              <a:rPr lang="tr-TR" dirty="0" smtClean="0"/>
              <a:t> a </a:t>
            </a:r>
            <a:r>
              <a:rPr lang="tr-TR" dirty="0" err="1" smtClean="0"/>
              <a:t>further</a:t>
            </a:r>
            <a:r>
              <a:rPr lang="tr-TR" dirty="0" smtClean="0"/>
              <a:t> </a:t>
            </a:r>
            <a:r>
              <a:rPr lang="tr-TR" dirty="0" err="1" smtClean="0"/>
              <a:t>optimization</a:t>
            </a:r>
            <a:r>
              <a:rPr lang="tr-TR" dirty="0" smtClean="0"/>
              <a:t>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non-leaf</a:t>
            </a:r>
            <a:r>
              <a:rPr lang="tr-TR" dirty="0" smtClean="0"/>
              <a:t> </a:t>
            </a:r>
            <a:r>
              <a:rPr lang="tr-TR" dirty="0" err="1" smtClean="0"/>
              <a:t>node</a:t>
            </a:r>
            <a:r>
              <a:rPr lang="tr-TR" dirty="0" smtClean="0"/>
              <a:t> &lt;45, 50&gt; </a:t>
            </a:r>
            <a:r>
              <a:rPr lang="tr-TR" dirty="0" err="1" smtClean="0"/>
              <a:t>which</a:t>
            </a:r>
            <a:r>
              <a:rPr lang="tr-TR" dirty="0" smtClean="0"/>
              <a:t> is not </a:t>
            </a:r>
            <a:r>
              <a:rPr lang="tr-TR" dirty="0" err="1" smtClean="0"/>
              <a:t>discussed</a:t>
            </a:r>
            <a:r>
              <a:rPr lang="tr-TR" dirty="0" smtClean="0"/>
              <a:t>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textbook</a:t>
            </a:r>
            <a:r>
              <a:rPr lang="tr-TR" dirty="0" smtClean="0"/>
              <a:t>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523584" y="637602"/>
            <a:ext cx="8512302" cy="3842039"/>
            <a:chOff x="1523584" y="674546"/>
            <a:chExt cx="8512302" cy="384203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3584" y="674546"/>
              <a:ext cx="8512302" cy="384203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3895" y="2641606"/>
              <a:ext cx="425848" cy="3430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03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06109"/>
            <a:ext cx="10515600" cy="1170854"/>
          </a:xfrm>
        </p:spPr>
        <p:txBody>
          <a:bodyPr/>
          <a:lstStyle/>
          <a:p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same</a:t>
            </a:r>
            <a:r>
              <a:rPr lang="tr-TR" dirty="0" smtClean="0"/>
              <a:t> </a:t>
            </a:r>
            <a:r>
              <a:rPr lang="tr-TR" dirty="0" err="1" smtClean="0"/>
              <a:t>case</a:t>
            </a:r>
            <a:r>
              <a:rPr lang="tr-TR" dirty="0" smtClean="0"/>
              <a:t> as in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previous</a:t>
            </a:r>
            <a:r>
              <a:rPr lang="tr-TR" dirty="0" smtClean="0"/>
              <a:t> </a:t>
            </a:r>
            <a:r>
              <a:rPr lang="tr-TR" dirty="0" err="1" smtClean="0"/>
              <a:t>slide</a:t>
            </a:r>
            <a:r>
              <a:rPr lang="tr-TR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8" y="803563"/>
            <a:ext cx="11776244" cy="35962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551" y="2720319"/>
            <a:ext cx="307976" cy="29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860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Sengor</dc:creator>
  <cp:lastModifiedBy>Sengor</cp:lastModifiedBy>
  <cp:revision>1</cp:revision>
  <dcterms:created xsi:type="dcterms:W3CDTF">2022-12-27T22:03:06Z</dcterms:created>
  <dcterms:modified xsi:type="dcterms:W3CDTF">2022-12-27T22:05:46Z</dcterms:modified>
</cp:coreProperties>
</file>